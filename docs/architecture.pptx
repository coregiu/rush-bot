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80135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540" y="300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6"/>
            <a:ext cx="9181148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77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89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0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4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16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46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6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21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30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1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1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49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0" y="4800601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0" y="5367339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46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1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9" y="274639"/>
            <a:ext cx="2430304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4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600201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0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0BDAC-40CF-4CAB-92B6-8882156A02C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461" y="6356351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9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9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41946" y="1355929"/>
            <a:ext cx="1418169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9" descr="说话素材 - Canva可画"/>
          <p:cNvSpPr>
            <a:spLocks noChangeAspect="1" noChangeArrowheads="1"/>
          </p:cNvSpPr>
          <p:nvPr/>
        </p:nvSpPr>
        <p:spPr bwMode="auto">
          <a:xfrm>
            <a:off x="183773" y="-144463"/>
            <a:ext cx="36004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11" descr="说话素材 - Canva可画"/>
          <p:cNvSpPr>
            <a:spLocks noChangeAspect="1" noChangeArrowheads="1"/>
          </p:cNvSpPr>
          <p:nvPr/>
        </p:nvSpPr>
        <p:spPr bwMode="auto">
          <a:xfrm>
            <a:off x="363795" y="7938"/>
            <a:ext cx="36004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19" y="1198920"/>
            <a:ext cx="696267" cy="766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4420928" y="1336625"/>
            <a:ext cx="5444244" cy="2786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In-Bot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0205" y="1927477"/>
            <a:ext cx="1543490" cy="185742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树莓派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+RK3588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162" y="2225731"/>
            <a:ext cx="493723" cy="40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4707162" y="2848793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 System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07162" y="3139844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Monitor System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36886" y="1927477"/>
            <a:ext cx="3172389" cy="156383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STM32F103C8T6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07162" y="3438764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 System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917" y="3712889"/>
            <a:ext cx="447490" cy="35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908" y="2225730"/>
            <a:ext cx="448531" cy="40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768590" y="2579713"/>
            <a:ext cx="349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WIFI</a:t>
            </a:r>
            <a:endParaRPr lang="zh-CN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5524949" y="2579713"/>
            <a:ext cx="3192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VLA</a:t>
            </a:r>
            <a:endParaRPr lang="zh-CN" altLang="en-US" sz="1000" dirty="0"/>
          </a:p>
        </p:txBody>
      </p:sp>
      <p:sp>
        <p:nvSpPr>
          <p:cNvPr id="28" name="矩形 27"/>
          <p:cNvSpPr/>
          <p:nvPr/>
        </p:nvSpPr>
        <p:spPr>
          <a:xfrm>
            <a:off x="6857116" y="2492896"/>
            <a:ext cx="895680" cy="383969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</a:p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298" y="3052991"/>
            <a:ext cx="358725" cy="371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矩形 30"/>
          <p:cNvSpPr/>
          <p:nvPr/>
        </p:nvSpPr>
        <p:spPr>
          <a:xfrm>
            <a:off x="6009950" y="2183514"/>
            <a:ext cx="207490" cy="20502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44" name="矩形 43"/>
          <p:cNvSpPr/>
          <p:nvPr/>
        </p:nvSpPr>
        <p:spPr>
          <a:xfrm>
            <a:off x="6412955" y="2183514"/>
            <a:ext cx="207490" cy="20502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cxnSp>
        <p:nvCxnSpPr>
          <p:cNvPr id="33" name="直接连接符 32"/>
          <p:cNvCxnSpPr>
            <a:stCxn id="31" idx="3"/>
            <a:endCxn id="44" idx="1"/>
          </p:cNvCxnSpPr>
          <p:nvPr/>
        </p:nvCxnSpPr>
        <p:spPr>
          <a:xfrm>
            <a:off x="6217439" y="2286028"/>
            <a:ext cx="195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7872625" y="2554323"/>
            <a:ext cx="593705" cy="261242"/>
            <a:chOff x="7350247" y="2758068"/>
            <a:chExt cx="606129" cy="261242"/>
          </a:xfrm>
        </p:grpSpPr>
        <p:sp>
          <p:nvSpPr>
            <p:cNvPr id="16" name="流程图: 直接访问存储器 15"/>
            <p:cNvSpPr/>
            <p:nvPr/>
          </p:nvSpPr>
          <p:spPr>
            <a:xfrm>
              <a:off x="7416316" y="2758068"/>
              <a:ext cx="540060" cy="260874"/>
            </a:xfrm>
            <a:prstGeom prst="flowChartMagneticDrum">
              <a:avLst/>
            </a:prstGeom>
            <a:noFill/>
            <a:ln w="63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350247" y="2765394"/>
              <a:ext cx="5633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 smtClean="0"/>
                <a:t>Queue</a:t>
              </a:r>
              <a:endParaRPr lang="zh-CN" altLang="en-US" sz="1200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8661683" y="2492896"/>
            <a:ext cx="915456" cy="383969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</a:p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>
            <a:stCxn id="16" idx="4"/>
            <a:endCxn id="68" idx="1"/>
          </p:cNvCxnSpPr>
          <p:nvPr/>
        </p:nvCxnSpPr>
        <p:spPr>
          <a:xfrm>
            <a:off x="8466330" y="2684760"/>
            <a:ext cx="195353" cy="1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6674066" y="3126637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Armbot</a:t>
            </a:r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5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042832" y="3126637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</a:t>
            </a:r>
            <a:r>
              <a:rPr lang="en-US" altLang="zh-CN" sz="105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肘形连接符 65"/>
          <p:cNvCxnSpPr>
            <a:stCxn id="68" idx="2"/>
            <a:endCxn id="76" idx="0"/>
          </p:cNvCxnSpPr>
          <p:nvPr/>
        </p:nvCxnSpPr>
        <p:spPr>
          <a:xfrm rot="5400000">
            <a:off x="8099359" y="2106585"/>
            <a:ext cx="249772" cy="179033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68" idx="2"/>
            <a:endCxn id="77" idx="0"/>
          </p:cNvCxnSpPr>
          <p:nvPr/>
        </p:nvCxnSpPr>
        <p:spPr>
          <a:xfrm rot="5400000">
            <a:off x="8783742" y="2790968"/>
            <a:ext cx="249772" cy="42156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12572" y="3891395"/>
            <a:ext cx="433013" cy="485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1" name="直接连接符 70"/>
          <p:cNvCxnSpPr>
            <a:stCxn id="76" idx="2"/>
            <a:endCxn id="1044" idx="0"/>
          </p:cNvCxnSpPr>
          <p:nvPr/>
        </p:nvCxnSpPr>
        <p:spPr>
          <a:xfrm>
            <a:off x="7329078" y="3356992"/>
            <a:ext cx="0" cy="53440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913" y="3965453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955" y="3957441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9" name="肘形连接符 78"/>
          <p:cNvCxnSpPr>
            <a:stCxn id="75" idx="2"/>
            <a:endCxn id="91" idx="0"/>
          </p:cNvCxnSpPr>
          <p:nvPr/>
        </p:nvCxnSpPr>
        <p:spPr>
          <a:xfrm rot="5400000">
            <a:off x="8347003" y="3606601"/>
            <a:ext cx="128300" cy="573380"/>
          </a:xfrm>
          <a:prstGeom prst="bentConnector3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260" y="3965453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5" name="Picture 2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302" y="3957441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6" name="肘形连接符 95"/>
          <p:cNvCxnSpPr>
            <a:stCxn id="75" idx="2"/>
            <a:endCxn id="1045" idx="0"/>
          </p:cNvCxnSpPr>
          <p:nvPr/>
        </p:nvCxnSpPr>
        <p:spPr>
          <a:xfrm rot="5400000">
            <a:off x="8574476" y="3842086"/>
            <a:ext cx="136312" cy="11042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75" idx="2"/>
            <a:endCxn id="95" idx="0"/>
          </p:cNvCxnSpPr>
          <p:nvPr/>
        </p:nvCxnSpPr>
        <p:spPr>
          <a:xfrm rot="16200000" flipH="1">
            <a:off x="8806176" y="3720807"/>
            <a:ext cx="128300" cy="34496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75" idx="2"/>
            <a:endCxn id="94" idx="0"/>
          </p:cNvCxnSpPr>
          <p:nvPr/>
        </p:nvCxnSpPr>
        <p:spPr>
          <a:xfrm rot="16200000" flipH="1">
            <a:off x="9033649" y="3493334"/>
            <a:ext cx="136312" cy="80792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337" y="1452576"/>
            <a:ext cx="451613" cy="40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6" name="矩形 105"/>
          <p:cNvSpPr/>
          <p:nvPr/>
        </p:nvSpPr>
        <p:spPr>
          <a:xfrm>
            <a:off x="8347084" y="1499078"/>
            <a:ext cx="928121" cy="31138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JQ6500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连接符 87"/>
          <p:cNvCxnSpPr>
            <a:stCxn id="106" idx="3"/>
            <a:endCxn id="1046" idx="1"/>
          </p:cNvCxnSpPr>
          <p:nvPr/>
        </p:nvCxnSpPr>
        <p:spPr>
          <a:xfrm>
            <a:off x="9275205" y="1654772"/>
            <a:ext cx="438132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7973377" y="1825537"/>
            <a:ext cx="156765" cy="20387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肘形连接符 91"/>
          <p:cNvCxnSpPr>
            <a:stCxn id="89" idx="0"/>
            <a:endCxn id="106" idx="1"/>
          </p:cNvCxnSpPr>
          <p:nvPr/>
        </p:nvCxnSpPr>
        <p:spPr>
          <a:xfrm rot="5400000" flipH="1" flipV="1">
            <a:off x="8114040" y="1592493"/>
            <a:ext cx="170765" cy="295324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28" idx="3"/>
            <a:endCxn id="58" idx="1"/>
          </p:cNvCxnSpPr>
          <p:nvPr/>
        </p:nvCxnSpPr>
        <p:spPr>
          <a:xfrm>
            <a:off x="7752796" y="2684881"/>
            <a:ext cx="119829" cy="37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8063056" y="3591127"/>
            <a:ext cx="1269574" cy="23801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L298N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>
            <a:stCxn id="77" idx="2"/>
            <a:endCxn id="75" idx="0"/>
          </p:cNvCxnSpPr>
          <p:nvPr/>
        </p:nvCxnSpPr>
        <p:spPr>
          <a:xfrm flipH="1">
            <a:off x="8697843" y="3356992"/>
            <a:ext cx="1" cy="23413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44" idx="3"/>
            <a:endCxn id="28" idx="1"/>
          </p:cNvCxnSpPr>
          <p:nvPr/>
        </p:nvCxnSpPr>
        <p:spPr>
          <a:xfrm>
            <a:off x="6620445" y="2286029"/>
            <a:ext cx="236671" cy="3988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286727" y="3309589"/>
            <a:ext cx="39786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00" dirty="0"/>
              <a:t>Radar</a:t>
            </a:r>
            <a:endParaRPr lang="zh-CN" altLang="en-US" sz="700" dirty="0"/>
          </a:p>
        </p:txBody>
      </p:sp>
      <p:sp>
        <p:nvSpPr>
          <p:cNvPr id="62" name="矩形 61"/>
          <p:cNvSpPr/>
          <p:nvPr/>
        </p:nvSpPr>
        <p:spPr>
          <a:xfrm>
            <a:off x="8224245" y="2110552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 </a:t>
            </a:r>
            <a:r>
              <a:rPr lang="en-US" altLang="zh-CN" sz="105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肘形连接符 4"/>
          <p:cNvCxnSpPr>
            <a:stCxn id="68" idx="0"/>
            <a:endCxn id="62" idx="2"/>
          </p:cNvCxnSpPr>
          <p:nvPr/>
        </p:nvCxnSpPr>
        <p:spPr>
          <a:xfrm rot="16200000" flipV="1">
            <a:off x="8923340" y="2296825"/>
            <a:ext cx="151989" cy="2401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62" idx="1"/>
            <a:endCxn id="89" idx="2"/>
          </p:cNvCxnSpPr>
          <p:nvPr/>
        </p:nvCxnSpPr>
        <p:spPr>
          <a:xfrm rot="10800000">
            <a:off x="8051761" y="2029416"/>
            <a:ext cx="172485" cy="196314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6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8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AutoShape 10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AutoShape 12" descr="data:image/jpeg;base64,/9j/4AAQSkZJRgABAQAAAQABAAD/2wBDACAWGBwYFCAcGhwkIiAmMFA0MCwsMGJGSjpQdGZ6eHJmcG6AkLicgIiuim5woNqirr7EztDOfJri8uDI8LjKzsb/2wBDASIkJDAqMF40NF7GhHCExsbGxsbGxsbGxsbGxsbGxsbGxsbGxsbGxsbGxsbGxsbGxsbGxsbGxsbGxsbGxsbGxsb/wAARCACSAJYDASIAAhEBAxEB/8QAGgABAAMBAQEAAAAAAAAAAAAAAAEFBgQDAv/EAEEQAAEDAwIEAQcJBgUFAAAAAAEAAjEDBBEFIRJBYXFRExQVMlSS4QYWIlKBkaGx0SM1QlPB8CUzNGKyY3JzgpP/xAAUAQEAAAAAAAAAAAAAAAAAAAAA/8QAFBEBAAAAAAAAAAAAAAAAAAAAAP/aAAwDAQACEQMRAD8Avs77pk80M7qJlBOTzTJ5wo7p3hBOTzhMnnCjvCd4QTk/YmTnoo/JUepay4uNGzdho2NXx7fqguatelR3rVWUx/ucAvD0pZcWPOmLKOJc4ucS5x3JJySoQbSnWZVGaVRr2+LSCvvJ+xYpjnU3h9NxY4Q5pwVe6ZrHlXNoXRAedm1I4uh6oLjJztCZOdoUdOSdoQTk8oTJ5Qo7QnaEE5PJCTyUdkiEH0EUDHJEA7ndRMqTud1EygTKTMJMpMwgTMJ0MJOxhOhhBV69eGjbi3pnDqsnmG/FZ1WetMrVdSfw0qjmta1oIaSIz/VcHkK/8ir7hQeaIdiQdiOSICKQCSAASTAC+/IV/wCRV9woNJo94buzw85qUzwuPj4Fd3QQqH5Ptq07uq19N7WOZuXNIGQfiVfRsIQOghIiEjYQkRCBEJEJEJEIJGOSIMckQDud1EzspO53UTKBMpOxhJlJ2KBOxhJ2MJOxSduSDxqXttSeadS4psc2QXYK+fSNn7VS95Z3Wcelrju3/iFx7dEHdrFejcX3HQIc0NDS4fxFcKIgsdEuKFvduNchvE3DXnkr30jZ+1UveWRTbog2NK7t67+ClXZUdjOGnJwvWNhCznyex6Rd/wCI/mFo425IEbCEjYQkbBI2QIhIjdI2CRG6CRtCIBhEA7lRKk7nHgo9ZAnZJ2Sdly6ldm0s3VWgFwIa3MZKDqnZJ2WatNXumXDPLVfKU3EBwIG3ULSzsg83W1Go4ufQpucZcWAkqPNLfOPNqPuBZvWP3rcb82/8QuJB36zToUr8toBoHCC4NgO/vC4ERBY6HSoVb0iuGuIbljXDYlaDzS3zjzaj/wDMLHIg2bKFKk7NOjTYTtlrQF9xss58nv3i4f8ASP5haJzgxriYAyUExskbLMP1i9fV8oypwNzswAEY8FobO485tKdbhxxtyR4FB7RskQkbJ6qCWjCI0YRAO57KPWUn6R7KPW6IE7Kt18507tUb/VWU7Kv10cWmOOPVc0/jhBmmeu3uPzW2O5wsRnh38N1t88UIOWrptpXrOqVaIc90u4jv+K+PRFhnHm49536qp1i4uaOpVGsr1WMIaWgOIEfqFxee3ftVb3yg99XtaVpe+To7NLQ7hznhPguFS5znuLnuLnGSTklQgsNGtKN3dObX3DW5DM4yrr0RYZx5uPed+qy7HupvD2Oc1wgtOCF6+e3ftVb3yg09CwtrWoX0aQY8jGck7favWvtb1R/sP5Kl0KvcVryoKtao9gpw5xIzkK5ujwWlbpTcfwQY0QFqtIP+FUB0P5lZUQFq9J+jpduPFufxQdcbJ6qRsnqoPoDCKAMIgHc9lHrKTueyiUCdlz6jSNfT69Jo34cjqRuuidlM7IMRI7rW6bX85sKLuYbwu7jZZzUbU2l6+njDD9JnYro0W9FtXNGocUqpn6rkHZ8oLUvpsuWDJp/Rf25H+/FUK2xAcCxwBB2IPNZzUtJfbONS3aX0fAblnwQViJKICJ0VxpekOe5ta7bwsG7aZl3fog7NCtTQtDUeMPrb9m8l963W8hpz2g4dVPAO3P8ABd5IAOcDr4LLare+eXWWH9lT2Z18Sg4sE7CTsFs6FMUKFOiN+BobnsFm9FtvOL5riPoUvpHvy/votPG3igRsnqpGyRKCWjCI0YRAO52UTCk7nZRMIE7BJ2SYSdgg4tUsRe2+GAeWp7sPj0WXcCCWuBBBwQeRW1nYSq3VNLF5+1o4bXA3zD+/VBy6Xq4Y1tvdu2Gzah5dD+qvAcgYwcwQsXUpvpVDTqNLHiWle9rf3NptRqfQ+o7cINJX060uHZqUG8f1m/RP4Ln9B2XFFTtxrlpfKDlWtvtY7+hXt6ftcf5NbPYfqg7bextbY/saLWu+sdz95Xu9zabC57g1o3LicAKkq/KB0UbcDq92fwCrLm7uLs5r1C4CGwB9iDt1TVfOQaFuSKP8Tub/AIKtp031ajadNvE9xwAF9UaNW4qinRYXvPIcu60um6ayxblxD67hu7w6BB62Fo2ythRG7ju53iV0RsUjYykbGUCJSJSJSJQSBhEAwiAdzsomFJ3OyiYQJhJ2EpMJMSgTsJSdhKTEp0EoPG6tKF2wMrUw4iHQR9qp7jQKjSTbVQ8fVfsfvV905p05oMlX0+7t2l1Wg4NEuBBA+5cy1erfuu4HPh/qsoYKDro6Ze1gHMoENMFxAXfb6Acg3Nb/ANKf6lXFt/paI58DfyXp05oPO3t6NtT8nRphg6c+5XpGxlOhlOhlAjYykTKRMpEygRKRKRKRKCW5EojeqIB3OyiYUmdlHZA7SnaU7SnaUDtK4tXu32dnx0seUe7gBPKd/wAF29pXldW1O7oGjVBIO+RIPigy/pG99qqfenpG99qqferT5vMztcu9wJ83me1O9z4oKmpe3VVhZUrvc0yCZXgr35vM9qd7nxT5vM9qd7nxQVYv7trQ1tzUAAwBlPSN57VU+9WnzeZ7S73PinzeZ7U73PigrBqN6DkXVTPU5Wj065N3ZU6zwA85Bx4g4XAPk9T4hxXLyOYDQCrWjRp0KLaVNvC1owAg++8p3lO8p3lAiUiU7yn/AHIJGeaI3PNEH0iIgIiICIiAiIgIiICIiAiIgIiICIiAiIg//9k=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2" name="Picture 1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160" y="2405286"/>
            <a:ext cx="343175" cy="438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3277972" y="1927477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家庭</a:t>
            </a:r>
            <a:r>
              <a:rPr lang="en-US" altLang="zh-CN" sz="105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007369" y="1956342"/>
            <a:ext cx="210070" cy="20387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肘形连接符 24"/>
          <p:cNvCxnSpPr>
            <a:stCxn id="70" idx="3"/>
            <a:endCxn id="106" idx="1"/>
          </p:cNvCxnSpPr>
          <p:nvPr/>
        </p:nvCxnSpPr>
        <p:spPr>
          <a:xfrm flipV="1">
            <a:off x="6217439" y="1654772"/>
            <a:ext cx="2129645" cy="403510"/>
          </a:xfrm>
          <a:prstGeom prst="bentConnector3">
            <a:avLst>
              <a:gd name="adj1" fmla="val 956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4340833" y="2780928"/>
            <a:ext cx="33214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00" dirty="0" smtClean="0"/>
              <a:t>MIC</a:t>
            </a:r>
            <a:endParaRPr lang="zh-CN" altLang="en-US" sz="700" dirty="0"/>
          </a:p>
        </p:txBody>
      </p:sp>
      <p:pic>
        <p:nvPicPr>
          <p:cNvPr id="1028" name="Picture 4" descr="https://ts1.tc.mm.bing.net/th/id/OIP-C.IQnRBuEGhnOmQMP-yeUBCgAAAA?w=152&amp;h=146&amp;c=8&amp;rs=1&amp;qlt=90&amp;o=6&amp;pid=ImgAns&amp;rm=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9" y="2293758"/>
            <a:ext cx="1277319" cy="89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4" descr="https://ts1.tc.mm.bing.net/th/id/OIP-C.IQnRBuEGhnOmQMP-yeUBCgAAAA?w=152&amp;h=146&amp;c=8&amp;rs=1&amp;qlt=90&amp;o=6&amp;pid=ImgAns&amp;rm=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29" y="3388477"/>
            <a:ext cx="861606" cy="60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utoShape 8" descr="子女LOGO 的图像结果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183315"/>
            <a:ext cx="666514" cy="67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 descr="https://ts1.tc.mm.bing.net/th/id/OIP-C.n61_g01KQyehI9ZMM4ll3QHaHa?w=152&amp;h=146&amp;c=8&amp;rs=1&amp;qlt=90&amp;o=6&amp;pid=ImgAns&amp;rm=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53" y="2257529"/>
            <a:ext cx="591764" cy="56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1876303" y="2934429"/>
            <a:ext cx="9316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 smtClean="0"/>
              <a:t>紧急状况</a:t>
            </a:r>
            <a:r>
              <a:rPr lang="en-US" altLang="zh-CN" sz="1000" dirty="0" smtClean="0"/>
              <a:t>:xxx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764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36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regiu</dc:creator>
  <cp:lastModifiedBy>regiu</cp:lastModifiedBy>
  <cp:revision>38</cp:revision>
  <dcterms:created xsi:type="dcterms:W3CDTF">2026-05-06T21:16:08Z</dcterms:created>
  <dcterms:modified xsi:type="dcterms:W3CDTF">2026-10-24T01:16:18Z</dcterms:modified>
</cp:coreProperties>
</file>